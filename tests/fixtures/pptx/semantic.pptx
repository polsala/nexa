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webp" ContentType="image/webp"/>
  <Default Extension="zip" ContentType="application/zip"/>
  <Default Extension="bin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"/>
  </p:sldMasterIdLst>
  <p:sldIdLst>
    <p:sldId id="256" r:id="slide1"/>
    <p:sldId id="257" r:id="slide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master" Type="http://schemas.openxmlformats.org/officeDocument/2006/relationships/slideMaster" Target="slideMasters/slideMaster1.xml"/><Relationship Id="slide1" Type="http://schemas.openxmlformats.org/officeDocument/2006/relationships/slide" Target="slides/slide1.xml"/><Relationship Id="slide2" Type="http://schemas.openxmlformats.org/officeDocument/2006/relationships/slide" Target="slides/slide2.xml"/></Relationships>
</file>

<file path=ppt/notesSlides/_rels/notesSlide1.xml.rels><?xml version="1.0" encoding="UTF-8" standalone="yes"?><Relationships xmlns="http://schemas.openxmlformats.org/package/2006/relationships"><Relationship Id="slide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Explain the real workflow, not a mockup.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notes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 rot="0">
            <a:off x="762000" y="952500"/>
            <a:ext cx="9525000" cy="1905000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/>
          <a:lstStyle/>
          <a:p>
            <a:pPr algn="l"/>
            <a:r>
              <a:rPr lang="en-US" sz="3150" b="0" i="0">
                <a:solidFill>
                  <a:srgbClr val="182b29"/>
                </a:solidFill>
                <a:latin typeface="Arial"/>
              </a:rPr>
              <a:t>An independent presentation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The next ste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Nexa">
  <a:themeElements>
    <a:clrScheme name="Nexa">
      <a:dk1>
        <a:srgbClr val="182b29"/>
      </a:dk1>
      <a:lt1>
        <a:srgbClr val="FFFFFF"/>
      </a:lt1>
      <a:dk2>
        <a:srgbClr val="386b5a"/>
      </a:dk2>
      <a:lt2>
        <a:srgbClr val="F4F7F3"/>
      </a:lt2>
      <a:accent1>
        <a:srgbClr val="386b5a"/>
      </a:accent1>
      <a:accent2>
        <a:srgbClr val="F0BF70"/>
      </a:accent2>
      <a:accent3>
        <a:srgbClr val="688DB1"/>
      </a:accent3>
      <a:accent4>
        <a:srgbClr val="C897B3"/>
      </a:accent4>
      <a:accent5>
        <a:srgbClr val="80AC9A"/>
      </a:accent5>
      <a:accent6>
        <a:srgbClr val="E09D7B"/>
      </a:accent6>
      <a:hlink>
        <a:srgbClr val="0563C1"/>
      </a:hlink>
      <a:folHlink>
        <a:srgbClr val="954F72"/>
      </a:folHlink>
    </a:clrScheme>
    <a:fontScheme name="Nex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Nex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